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測試簡報：緣起與系統論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這是自動轉檔測試，將被刪除。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